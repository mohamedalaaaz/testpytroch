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362" r:id="rId4"/>
    <p:sldId id="346" r:id="rId5"/>
    <p:sldId id="358" r:id="rId6"/>
    <p:sldId id="354" r:id="rId7"/>
    <p:sldId id="34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917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3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8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6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6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3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2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7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A2C1-30FE-4A5B-9F15-98834576BAB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5D81-1560-4BFE-91A5-0D5BAFD5D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8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605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909848"/>
            <a:ext cx="9824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Title: </a:t>
            </a:r>
            <a:r>
              <a:rPr lang="en-US" sz="36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  <a:p>
            <a:r>
              <a:rPr lang="en-US" sz="3600" dirty="0"/>
              <a:t>Problem Solving </a:t>
            </a:r>
            <a:r>
              <a:rPr lang="ar-EG" sz="3600" b="1" dirty="0"/>
              <a:t>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0493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Steps of Problem Solving</a:t>
            </a:r>
            <a:endParaRPr lang="en-US" sz="2400" b="1" u="sng" dirty="0"/>
          </a:p>
        </p:txBody>
      </p:sp>
      <p:sp>
        <p:nvSpPr>
          <p:cNvPr id="6" name="Rounded Rectangle 5"/>
          <p:cNvSpPr/>
          <p:nvPr/>
        </p:nvSpPr>
        <p:spPr>
          <a:xfrm>
            <a:off x="1028760" y="1619137"/>
            <a:ext cx="9534135" cy="4343124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- Problem solving is the act of defining a problem;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determining the cause of the problem; identifying,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prioritizing, and selecting alternatives for a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solution; and implementing a solution.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- Solving problems requires making decisions. 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- The task for the decision maker usually involves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choosing the "best" alternative.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8D11-3DBB-B4CD-4049-85FB78B3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65D2D-D548-E6F7-F5F8-D00F32B237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E7E453-7662-BA6B-B161-31CF8398EA9D}"/>
              </a:ext>
            </a:extLst>
          </p:cNvPr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F01631-4EE9-A3D4-521C-38426B52D66B}"/>
              </a:ext>
            </a:extLst>
          </p:cNvPr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Steps of Problem Solving</a:t>
            </a:r>
            <a:endParaRPr lang="en-US" sz="2400" b="1" u="sng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80D955-892F-84A8-FF88-51B900900526}"/>
              </a:ext>
            </a:extLst>
          </p:cNvPr>
          <p:cNvSpPr/>
          <p:nvPr/>
        </p:nvSpPr>
        <p:spPr>
          <a:xfrm>
            <a:off x="1028760" y="1619137"/>
            <a:ext cx="9534135" cy="4343124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- Decisions also involve uncertainty because we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cannot know in advance the consequences of our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actions. </a:t>
            </a:r>
            <a:endParaRPr lang="ar-EG" sz="2800" b="1" spc="50" dirty="0">
              <a:ln w="12700" cmpd="sng">
                <a:prstDash val="solid"/>
              </a:ln>
              <a:solidFill>
                <a:schemeClr val="tx1"/>
              </a:solidFill>
              <a:effectLst>
                <a:glow rad="101600">
                  <a:schemeClr val="accent2">
                    <a:lumMod val="40000"/>
                    <a:lumOff val="60000"/>
                    <a:alpha val="40000"/>
                  </a:schemeClr>
                </a:glow>
              </a:effectLst>
            </a:endParaRP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- Decision making is an active process. The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decision maker takes responsibility for his own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future.</a:t>
            </a:r>
          </a:p>
        </p:txBody>
      </p:sp>
    </p:spTree>
    <p:extLst>
      <p:ext uri="{BB962C8B-B14F-4D97-AF65-F5344CB8AC3E}">
        <p14:creationId xmlns:p14="http://schemas.microsoft.com/office/powerpoint/2010/main" val="298689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Steps of Problem Solving</a:t>
            </a:r>
            <a:endParaRPr lang="en-US" sz="2400" b="1" u="sng" dirty="0"/>
          </a:p>
        </p:txBody>
      </p:sp>
      <p:sp>
        <p:nvSpPr>
          <p:cNvPr id="6" name="Rounded Rectangle 5"/>
          <p:cNvSpPr/>
          <p:nvPr/>
        </p:nvSpPr>
        <p:spPr>
          <a:xfrm>
            <a:off x="1028760" y="2362200"/>
            <a:ext cx="9534135" cy="188976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1. Problem definition (Interest): the thinker becomes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aware of the problem and his interest is aroused . </a:t>
            </a:r>
          </a:p>
        </p:txBody>
      </p:sp>
      <p:sp>
        <p:nvSpPr>
          <p:cNvPr id="8" name="Rectangle 7"/>
          <p:cNvSpPr/>
          <p:nvPr/>
        </p:nvSpPr>
        <p:spPr>
          <a:xfrm>
            <a:off x="935666" y="1450205"/>
            <a:ext cx="95799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dirty="0"/>
              <a:t>Steps of Problem Solving: </a:t>
            </a:r>
            <a:endParaRPr lang="en-US" sz="4400" dirty="0"/>
          </a:p>
        </p:txBody>
      </p:sp>
      <p:sp>
        <p:nvSpPr>
          <p:cNvPr id="11" name="Rounded Rectangle 10"/>
          <p:cNvSpPr/>
          <p:nvPr/>
        </p:nvSpPr>
        <p:spPr>
          <a:xfrm>
            <a:off x="1011040" y="4556760"/>
            <a:ext cx="9534135" cy="17526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2. Problem analysis (Attention): the problem is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formulated and the relevant data collected and </a:t>
            </a:r>
          </a:p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examined  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Steps of Problem Solving</a:t>
            </a:r>
            <a:endParaRPr lang="en-US" sz="2400" b="1" u="sng" dirty="0"/>
          </a:p>
        </p:txBody>
      </p:sp>
      <p:sp>
        <p:nvSpPr>
          <p:cNvPr id="6" name="Rounded Rectangle 5"/>
          <p:cNvSpPr/>
          <p:nvPr/>
        </p:nvSpPr>
        <p:spPr>
          <a:xfrm>
            <a:off x="1000766" y="1755679"/>
            <a:ext cx="9534135" cy="1793966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3. Generate possible solutions (Suggestions):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possible solutions to the problem begin to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suggest themselves to the thinker 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A9C1BF-B512-9C31-6CB3-A64414579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77" y="3992177"/>
            <a:ext cx="9632515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443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78802" y="760653"/>
            <a:ext cx="11592784" cy="29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801" y="328263"/>
            <a:ext cx="7391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 </a:t>
            </a:r>
          </a:p>
          <a:p>
            <a:endParaRPr lang="en-US" sz="1000" b="1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itchFamily="18" charset="0"/>
              <a:ea typeface="Batang" pitchFamily="18" charset="-127"/>
            </a:endParaRPr>
          </a:p>
          <a:p>
            <a:r>
              <a:rPr lang="en-US" sz="2400" dirty="0"/>
              <a:t>Steps of Problem Solving</a:t>
            </a:r>
            <a:endParaRPr lang="en-US" sz="2400" b="1" u="sng" dirty="0"/>
          </a:p>
        </p:txBody>
      </p:sp>
      <p:sp>
        <p:nvSpPr>
          <p:cNvPr id="7" name="Rounded Rectangle 6"/>
          <p:cNvSpPr/>
          <p:nvPr/>
        </p:nvSpPr>
        <p:spPr>
          <a:xfrm>
            <a:off x="985988" y="1904727"/>
            <a:ext cx="9534135" cy="1734759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5. Selecting the solution (Conclusion): the most </a:t>
            </a:r>
          </a:p>
          <a:p>
            <a:pPr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satisfactory solution is adopted . </a:t>
            </a:r>
          </a:p>
        </p:txBody>
      </p:sp>
      <p:sp>
        <p:nvSpPr>
          <p:cNvPr id="2" name="Rounded Rectangle 5"/>
          <p:cNvSpPr/>
          <p:nvPr/>
        </p:nvSpPr>
        <p:spPr>
          <a:xfrm>
            <a:off x="1028760" y="4359962"/>
            <a:ext cx="9534135" cy="115847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6. Test: the adopted suggestion is submitted to trial . </a:t>
            </a:r>
          </a:p>
        </p:txBody>
      </p:sp>
    </p:spTree>
    <p:extLst>
      <p:ext uri="{BB962C8B-B14F-4D97-AF65-F5344CB8AC3E}">
        <p14:creationId xmlns:p14="http://schemas.microsoft.com/office/powerpoint/2010/main" val="316380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49186" y="500063"/>
            <a:ext cx="7851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1" y="-10510"/>
            <a:ext cx="12196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220</Words>
  <Application>Microsoft Office PowerPoint</Application>
  <PresentationFormat>شاشة عريضة</PresentationFormat>
  <Paragraphs>42</Paragraphs>
  <Slides>7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8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moustafamahmoud.eg@hotmail.com</dc:creator>
  <cp:lastModifiedBy>مستخدم ضيف</cp:lastModifiedBy>
  <cp:revision>65</cp:revision>
  <dcterms:created xsi:type="dcterms:W3CDTF">2019-11-03T13:54:28Z</dcterms:created>
  <dcterms:modified xsi:type="dcterms:W3CDTF">2025-11-14T12:32:20Z</dcterms:modified>
</cp:coreProperties>
</file>